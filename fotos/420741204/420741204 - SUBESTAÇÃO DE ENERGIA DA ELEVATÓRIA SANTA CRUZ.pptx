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pc="-1" strike="noStrike">
                <a:solidFill>
                  <a:srgbClr val="000000"/>
                </a:solidFill>
                <a:latin typeface="Calibri"/>
              </a:rPr>
              <a:t>Clique para mover o slide</a:t>
            </a:r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BR" sz="2000" spc="-1" strike="noStrike">
                <a:latin typeface="Arial"/>
              </a:rPr>
              <a:t>Clique para editar o formato de notas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BR" sz="1400" spc="-1" strike="noStrike">
                <a:latin typeface="Times New Roman"/>
              </a:rPr>
              <a:t>&lt;cabeçalho&gt;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C51869DB-8176-4216-9A00-F195CF1F0814}" type="slidenum">
              <a:rPr b="0" lang="pt-BR" sz="1400" spc="-1" strike="noStrike">
                <a:latin typeface="Times New Roman"/>
              </a:rPr>
              <a:t>&lt;número&gt;</a:t>
            </a:fld>
            <a:endParaRPr b="0" lang="pt-B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endParaRPr b="0" lang="pt-BR" sz="2000" spc="-1" strike="noStrike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pt-BR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7FDFF86-D7E5-4E9A-9893-4127F4B729B9}" type="slidenum">
              <a:rPr b="0" lang="pt-B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endParaRPr b="0" lang="pt-BR" sz="20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pt-BR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8480559-88A8-47EF-A346-68A45909EEAE}" type="slidenum">
              <a:rPr b="0" lang="pt-B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endParaRPr b="0" lang="pt-BR" sz="20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pt-BR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B413B8D-3DC3-43FC-8CF2-71837E387BCF}" type="slidenum">
              <a:rPr b="0" lang="pt-B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endParaRPr b="0" lang="pt-BR" sz="2000" spc="-1" strike="noStrike"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pt-BR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83FDCAE-A965-4D97-9BB2-F733A3BE1B30}" type="slidenum">
              <a:rPr b="0" lang="pt-BR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E5C112-2E31-446D-A5B0-F311C992983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789382-7F8F-4BAB-8259-D30B5C5A5C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A9F076-EFA5-4414-B79F-474355877A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E2DA3A-6987-47BD-B68A-EBB50A53C4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3D1B04-F679-48C3-B66A-BA7E66C19BC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0A4CEB-438C-4BA4-A85F-FE79023B6DB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0F18B3-E0F6-468E-847D-0FAB90E091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8734C3-3797-4E66-ACDE-B46A8C9C366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8CDFF3-F97F-4841-85C8-26C6A84F87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72291C-C453-4D93-B1B4-C8114DBAA7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572974-9713-4405-BD89-2D908B5B74C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DCCB17-7DFF-47D4-B4F9-F021C4193F2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pt-BR" sz="6000" spc="-1" strike="noStrike">
                <a:solidFill>
                  <a:srgbClr val="000000"/>
                </a:solidFill>
                <a:latin typeface="Calibri Light"/>
              </a:rPr>
              <a:t>Clique para editar o título Mestre</a:t>
            </a:r>
            <a:endParaRPr b="0" lang="pt-BR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rgbClr val="8b8b8b"/>
                </a:solidFill>
                <a:latin typeface="Calibri"/>
              </a:rPr>
              <a:t>&lt;data/hora&gt;</a:t>
            </a:r>
            <a:endParaRPr b="0" lang="pt-BR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pt-BR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7E4AB66-205A-4E17-960F-4933EED5BB1E}" type="slidenum">
              <a:rPr b="0" lang="pt-BR" sz="1200" spc="-1" strike="noStrike">
                <a:solidFill>
                  <a:srgbClr val="8b8b8b"/>
                </a:solidFill>
                <a:latin typeface="Calibri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pc="-1" strike="noStrike">
                <a:solidFill>
                  <a:srgbClr val="000000"/>
                </a:solidFill>
                <a:latin typeface="Calibri"/>
              </a:rPr>
              <a:t>Clique para editar o formato do texto da estrutura de tópicos</a:t>
            </a:r>
            <a:endParaRPr b="0" lang="pt-BR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2.º nível da estrutura de tópicos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</a:rPr>
              <a:t>3.º nível da estrutura de tópicos</a:t>
            </a:r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Calibri"/>
              </a:rPr>
              <a:t>4.º nível da estrutura de tópicos</a:t>
            </a:r>
            <a:endParaRPr b="0" lang="pt-BR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5.º nível da estrutura de tópicos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6.º nível da estrutura de tópicos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Calibri"/>
              </a:rPr>
              <a:t>7.º nível da estrutura de tópicos</a:t>
            </a:r>
            <a:endParaRPr b="0" lang="pt-B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150200" y="1845000"/>
            <a:ext cx="9891360" cy="31680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algn="ctr">
              <a:lnSpc>
                <a:spcPct val="90000"/>
              </a:lnSpc>
              <a:buNone/>
            </a:pPr>
            <a:r>
              <a:rPr b="0" lang="pt-BR" sz="3100" spc="-1" strike="noStrike">
                <a:solidFill>
                  <a:srgbClr val="000000"/>
                </a:solidFill>
                <a:latin typeface="Arial"/>
              </a:rPr>
              <a:t>RELATÓRIO FOTOGRÁFICO DA SUBESTAÇÃO DE ENERGIA DA ELEVATÓRIA DE DRENAGEM DA COMUNIDADE SÃO FERNANDO - SANTA CRUZ –XIX RA - AP 5.3</a:t>
            </a:r>
            <a:br>
              <a:rPr sz="3100"/>
            </a:br>
            <a:br>
              <a:rPr sz="2000"/>
            </a:br>
            <a:endParaRPr b="0" lang="pt-BR" sz="31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AutoShape 2"/>
          <p:cNvSpPr/>
          <p:nvPr/>
        </p:nvSpPr>
        <p:spPr>
          <a:xfrm>
            <a:off x="103104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AutoShape 4"/>
          <p:cNvSpPr/>
          <p:nvPr/>
        </p:nvSpPr>
        <p:spPr>
          <a:xfrm>
            <a:off x="1320840" y="3819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AutoShape 2"/>
          <p:cNvSpPr/>
          <p:nvPr/>
        </p:nvSpPr>
        <p:spPr>
          <a:xfrm>
            <a:off x="1335960" y="1602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AutoShape 4"/>
          <p:cNvSpPr/>
          <p:nvPr/>
        </p:nvSpPr>
        <p:spPr>
          <a:xfrm>
            <a:off x="1488240" y="31284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AutoShape 2"/>
          <p:cNvSpPr/>
          <p:nvPr/>
        </p:nvSpPr>
        <p:spPr>
          <a:xfrm>
            <a:off x="1640520" y="4651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AutoShape 2"/>
          <p:cNvSpPr/>
          <p:nvPr/>
        </p:nvSpPr>
        <p:spPr>
          <a:xfrm>
            <a:off x="1183320" y="79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AutoShape 4"/>
          <p:cNvSpPr/>
          <p:nvPr/>
        </p:nvSpPr>
        <p:spPr>
          <a:xfrm>
            <a:off x="1335960" y="1602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AutoShape 6"/>
          <p:cNvSpPr/>
          <p:nvPr/>
        </p:nvSpPr>
        <p:spPr>
          <a:xfrm>
            <a:off x="1488240" y="31284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AutoShape 8"/>
          <p:cNvSpPr/>
          <p:nvPr/>
        </p:nvSpPr>
        <p:spPr>
          <a:xfrm>
            <a:off x="1640520" y="4651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AutoShape 10"/>
          <p:cNvSpPr/>
          <p:nvPr/>
        </p:nvSpPr>
        <p:spPr>
          <a:xfrm>
            <a:off x="1793160" y="6174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Retângulo 8"/>
          <p:cNvSpPr/>
          <p:nvPr/>
        </p:nvSpPr>
        <p:spPr>
          <a:xfrm>
            <a:off x="1542240" y="1164240"/>
            <a:ext cx="4323960" cy="4834440"/>
          </a:xfrm>
          <a:prstGeom prst="rect">
            <a:avLst/>
          </a:prstGeom>
          <a:blipFill rotWithShape="0">
            <a:blip r:embed="rId1"/>
            <a:srcRect/>
            <a:stretch/>
          </a:blip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9" name="Retângulo 9"/>
          <p:cNvSpPr/>
          <p:nvPr/>
        </p:nvSpPr>
        <p:spPr>
          <a:xfrm>
            <a:off x="6325560" y="1145880"/>
            <a:ext cx="4323960" cy="4834440"/>
          </a:xfrm>
          <a:prstGeom prst="rect">
            <a:avLst/>
          </a:prstGeom>
          <a:blipFill rotWithShape="0">
            <a:blip r:embed="rId2"/>
            <a:srcRect/>
            <a:stretch/>
          </a:blip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0" name="CaixaDeTexto 10"/>
          <p:cNvSpPr/>
          <p:nvPr/>
        </p:nvSpPr>
        <p:spPr>
          <a:xfrm>
            <a:off x="1542240" y="6190920"/>
            <a:ext cx="4323960" cy="302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Calibri"/>
              </a:rPr>
              <a:t>Serviço: </a:t>
            </a:r>
            <a:r>
              <a:rPr b="1" lang="pt-BR" sz="1400" spc="-1" strike="noStrike">
                <a:solidFill>
                  <a:srgbClr val="000000"/>
                </a:solidFill>
                <a:latin typeface="Calibri"/>
              </a:rPr>
              <a:t>FONTE DE CAPITAÇÃO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61" name="CaixaDeTexto 11"/>
          <p:cNvSpPr/>
          <p:nvPr/>
        </p:nvSpPr>
        <p:spPr>
          <a:xfrm>
            <a:off x="6325560" y="6190920"/>
            <a:ext cx="4323960" cy="302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Calibri"/>
              </a:rPr>
              <a:t>Serviço: </a:t>
            </a:r>
            <a:r>
              <a:rPr b="1" lang="pt-BR" sz="1400" spc="-1" strike="noStrike">
                <a:solidFill>
                  <a:srgbClr val="000000"/>
                </a:solidFill>
                <a:latin typeface="Calibri"/>
              </a:rPr>
              <a:t>TRANSFORMADOR DE TENSÃO</a:t>
            </a:r>
            <a:endParaRPr b="0" lang="pt-BR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AutoShape 2"/>
          <p:cNvSpPr/>
          <p:nvPr/>
        </p:nvSpPr>
        <p:spPr>
          <a:xfrm>
            <a:off x="103104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AutoShape 4"/>
          <p:cNvSpPr/>
          <p:nvPr/>
        </p:nvSpPr>
        <p:spPr>
          <a:xfrm>
            <a:off x="1320840" y="3819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AutoShape 2"/>
          <p:cNvSpPr/>
          <p:nvPr/>
        </p:nvSpPr>
        <p:spPr>
          <a:xfrm>
            <a:off x="1335960" y="1602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AutoShape 4"/>
          <p:cNvSpPr/>
          <p:nvPr/>
        </p:nvSpPr>
        <p:spPr>
          <a:xfrm>
            <a:off x="1488240" y="31284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AutoShape 2"/>
          <p:cNvSpPr/>
          <p:nvPr/>
        </p:nvSpPr>
        <p:spPr>
          <a:xfrm>
            <a:off x="1640520" y="4651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AutoShape 2"/>
          <p:cNvSpPr/>
          <p:nvPr/>
        </p:nvSpPr>
        <p:spPr>
          <a:xfrm>
            <a:off x="1183320" y="79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AutoShape 4"/>
          <p:cNvSpPr/>
          <p:nvPr/>
        </p:nvSpPr>
        <p:spPr>
          <a:xfrm>
            <a:off x="1335960" y="1602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AutoShape 6"/>
          <p:cNvSpPr/>
          <p:nvPr/>
        </p:nvSpPr>
        <p:spPr>
          <a:xfrm>
            <a:off x="1488240" y="31284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AutoShape 8"/>
          <p:cNvSpPr/>
          <p:nvPr/>
        </p:nvSpPr>
        <p:spPr>
          <a:xfrm>
            <a:off x="1640520" y="4651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AutoShape 10"/>
          <p:cNvSpPr/>
          <p:nvPr/>
        </p:nvSpPr>
        <p:spPr>
          <a:xfrm>
            <a:off x="1793160" y="6174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Retângulo 13"/>
          <p:cNvSpPr/>
          <p:nvPr/>
        </p:nvSpPr>
        <p:spPr>
          <a:xfrm>
            <a:off x="1542240" y="1134720"/>
            <a:ext cx="4323960" cy="4834440"/>
          </a:xfrm>
          <a:prstGeom prst="rect">
            <a:avLst/>
          </a:prstGeom>
          <a:blipFill rotWithShape="0">
            <a:blip r:embed="rId1"/>
            <a:srcRect/>
            <a:stretch/>
          </a:blip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3" name="CaixaDeTexto 18"/>
          <p:cNvSpPr/>
          <p:nvPr/>
        </p:nvSpPr>
        <p:spPr>
          <a:xfrm>
            <a:off x="1542240" y="6190920"/>
            <a:ext cx="4323960" cy="302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Calibri"/>
              </a:rPr>
              <a:t>Serviço: </a:t>
            </a:r>
            <a:r>
              <a:rPr b="1" lang="pt-BR" sz="1400" spc="-1" strike="noStrike">
                <a:solidFill>
                  <a:srgbClr val="000000"/>
                </a:solidFill>
                <a:latin typeface="Calibri"/>
              </a:rPr>
              <a:t>CHAVE SECCIONADORA DE ALTA TENSÃO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74" name="CaixaDeTexto 9"/>
          <p:cNvSpPr/>
          <p:nvPr/>
        </p:nvSpPr>
        <p:spPr>
          <a:xfrm>
            <a:off x="6325560" y="6190920"/>
            <a:ext cx="4323960" cy="302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Calibri"/>
              </a:rPr>
              <a:t>Serviço: </a:t>
            </a:r>
            <a:r>
              <a:rPr b="1" lang="pt-BR" sz="1400" spc="-1" strike="noStrike">
                <a:solidFill>
                  <a:srgbClr val="000000"/>
                </a:solidFill>
                <a:latin typeface="Calibri"/>
              </a:rPr>
              <a:t>CABINE PARA POTÊNCIAS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75" name="Retângulo 10"/>
          <p:cNvSpPr/>
          <p:nvPr/>
        </p:nvSpPr>
        <p:spPr>
          <a:xfrm>
            <a:off x="6325560" y="1164240"/>
            <a:ext cx="4323960" cy="4834440"/>
          </a:xfrm>
          <a:prstGeom prst="rect">
            <a:avLst/>
          </a:prstGeom>
          <a:blipFill rotWithShape="0">
            <a:blip r:embed="rId2"/>
            <a:srcRect/>
            <a:stretch/>
          </a:blip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AutoShape 2"/>
          <p:cNvSpPr/>
          <p:nvPr/>
        </p:nvSpPr>
        <p:spPr>
          <a:xfrm>
            <a:off x="103104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AutoShape 4"/>
          <p:cNvSpPr/>
          <p:nvPr/>
        </p:nvSpPr>
        <p:spPr>
          <a:xfrm>
            <a:off x="1320840" y="3819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AutoShape 2"/>
          <p:cNvSpPr/>
          <p:nvPr/>
        </p:nvSpPr>
        <p:spPr>
          <a:xfrm>
            <a:off x="1335960" y="1602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AutoShape 4"/>
          <p:cNvSpPr/>
          <p:nvPr/>
        </p:nvSpPr>
        <p:spPr>
          <a:xfrm>
            <a:off x="1488240" y="31284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AutoShape 2"/>
          <p:cNvSpPr/>
          <p:nvPr/>
        </p:nvSpPr>
        <p:spPr>
          <a:xfrm>
            <a:off x="1640520" y="4651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AutoShape 2"/>
          <p:cNvSpPr/>
          <p:nvPr/>
        </p:nvSpPr>
        <p:spPr>
          <a:xfrm>
            <a:off x="1183320" y="79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AutoShape 4"/>
          <p:cNvSpPr/>
          <p:nvPr/>
        </p:nvSpPr>
        <p:spPr>
          <a:xfrm>
            <a:off x="1335960" y="1602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AutoShape 6"/>
          <p:cNvSpPr/>
          <p:nvPr/>
        </p:nvSpPr>
        <p:spPr>
          <a:xfrm>
            <a:off x="1488240" y="31284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AutoShape 8"/>
          <p:cNvSpPr/>
          <p:nvPr/>
        </p:nvSpPr>
        <p:spPr>
          <a:xfrm>
            <a:off x="1640520" y="4651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AutoShape 10"/>
          <p:cNvSpPr/>
          <p:nvPr/>
        </p:nvSpPr>
        <p:spPr>
          <a:xfrm>
            <a:off x="1793160" y="6174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Retângulo 8"/>
          <p:cNvSpPr/>
          <p:nvPr/>
        </p:nvSpPr>
        <p:spPr>
          <a:xfrm>
            <a:off x="1542240" y="1164240"/>
            <a:ext cx="4323960" cy="4834440"/>
          </a:xfrm>
          <a:prstGeom prst="rect">
            <a:avLst/>
          </a:prstGeom>
          <a:blipFill rotWithShape="0">
            <a:blip r:embed="rId1"/>
            <a:srcRect/>
            <a:stretch/>
          </a:blip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" name="Retângulo 13"/>
          <p:cNvSpPr/>
          <p:nvPr/>
        </p:nvSpPr>
        <p:spPr>
          <a:xfrm>
            <a:off x="6325560" y="1164240"/>
            <a:ext cx="4323960" cy="4834440"/>
          </a:xfrm>
          <a:prstGeom prst="rect">
            <a:avLst/>
          </a:prstGeom>
          <a:blipFill rotWithShape="0">
            <a:blip r:embed="rId2"/>
            <a:srcRect/>
            <a:stretch/>
          </a:blip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8" name="CaixaDeTexto 9"/>
          <p:cNvSpPr/>
          <p:nvPr/>
        </p:nvSpPr>
        <p:spPr>
          <a:xfrm>
            <a:off x="1542240" y="6190920"/>
            <a:ext cx="4323960" cy="302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Calibri"/>
              </a:rPr>
              <a:t>Serviço: </a:t>
            </a:r>
            <a:r>
              <a:rPr b="1" lang="pt-BR" sz="1400" spc="-1" strike="noStrike">
                <a:solidFill>
                  <a:srgbClr val="000000"/>
                </a:solidFill>
                <a:latin typeface="Calibri"/>
              </a:rPr>
              <a:t>MEDIÇÃO DE FATURAMENTO LIGHT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89" name="CaixaDeTexto 10"/>
          <p:cNvSpPr/>
          <p:nvPr/>
        </p:nvSpPr>
        <p:spPr>
          <a:xfrm>
            <a:off x="6325560" y="6190920"/>
            <a:ext cx="4323960" cy="302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Calibri"/>
              </a:rPr>
              <a:t>Serviço: </a:t>
            </a:r>
            <a:r>
              <a:rPr b="1" lang="pt-BR" sz="1400" spc="-1" strike="noStrike">
                <a:solidFill>
                  <a:srgbClr val="000000"/>
                </a:solidFill>
                <a:latin typeface="Calibri"/>
              </a:rPr>
              <a:t>RELÊ DE PROTEÇÃO </a:t>
            </a:r>
            <a:endParaRPr b="0" lang="pt-BR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AutoShape 2"/>
          <p:cNvSpPr/>
          <p:nvPr/>
        </p:nvSpPr>
        <p:spPr>
          <a:xfrm>
            <a:off x="103104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AutoShape 4"/>
          <p:cNvSpPr/>
          <p:nvPr/>
        </p:nvSpPr>
        <p:spPr>
          <a:xfrm>
            <a:off x="1320840" y="3819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AutoShape 2"/>
          <p:cNvSpPr/>
          <p:nvPr/>
        </p:nvSpPr>
        <p:spPr>
          <a:xfrm>
            <a:off x="1335960" y="1602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AutoShape 4"/>
          <p:cNvSpPr/>
          <p:nvPr/>
        </p:nvSpPr>
        <p:spPr>
          <a:xfrm>
            <a:off x="1488240" y="31284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AutoShape 2"/>
          <p:cNvSpPr/>
          <p:nvPr/>
        </p:nvSpPr>
        <p:spPr>
          <a:xfrm>
            <a:off x="1640520" y="4651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AutoShape 2"/>
          <p:cNvSpPr/>
          <p:nvPr/>
        </p:nvSpPr>
        <p:spPr>
          <a:xfrm>
            <a:off x="1183320" y="79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AutoShape 4"/>
          <p:cNvSpPr/>
          <p:nvPr/>
        </p:nvSpPr>
        <p:spPr>
          <a:xfrm>
            <a:off x="1335960" y="1602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AutoShape 6"/>
          <p:cNvSpPr/>
          <p:nvPr/>
        </p:nvSpPr>
        <p:spPr>
          <a:xfrm>
            <a:off x="1488240" y="31284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AutoShape 8"/>
          <p:cNvSpPr/>
          <p:nvPr/>
        </p:nvSpPr>
        <p:spPr>
          <a:xfrm>
            <a:off x="1640520" y="4651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AutoShape 10"/>
          <p:cNvSpPr/>
          <p:nvPr/>
        </p:nvSpPr>
        <p:spPr>
          <a:xfrm>
            <a:off x="1793160" y="61740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Retângulo 8"/>
          <p:cNvSpPr/>
          <p:nvPr/>
        </p:nvSpPr>
        <p:spPr>
          <a:xfrm>
            <a:off x="1542240" y="1164240"/>
            <a:ext cx="4323960" cy="4834440"/>
          </a:xfrm>
          <a:prstGeom prst="rect">
            <a:avLst/>
          </a:prstGeom>
          <a:blipFill rotWithShape="0">
            <a:blip r:embed="rId1"/>
            <a:srcRect/>
            <a:stretch/>
          </a:blip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1" name="Retângulo 13"/>
          <p:cNvSpPr/>
          <p:nvPr/>
        </p:nvSpPr>
        <p:spPr>
          <a:xfrm>
            <a:off x="6325560" y="1164240"/>
            <a:ext cx="4323960" cy="4834440"/>
          </a:xfrm>
          <a:prstGeom prst="rect">
            <a:avLst/>
          </a:prstGeom>
          <a:blipFill rotWithShape="0">
            <a:blip r:embed="rId2"/>
            <a:srcRect/>
            <a:stretch/>
          </a:blip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2" name="CaixaDeTexto 9"/>
          <p:cNvSpPr/>
          <p:nvPr/>
        </p:nvSpPr>
        <p:spPr>
          <a:xfrm>
            <a:off x="1542240" y="6190920"/>
            <a:ext cx="4323960" cy="302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Calibri"/>
              </a:rPr>
              <a:t>Serviço: </a:t>
            </a:r>
            <a:r>
              <a:rPr b="1" lang="pt-BR" sz="1400" spc="-1" strike="noStrike">
                <a:solidFill>
                  <a:srgbClr val="000000"/>
                </a:solidFill>
                <a:latin typeface="Calibri"/>
              </a:rPr>
              <a:t>MÓDULO DE PROTEÇÃO GERAL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03" name="CaixaDeTexto 10"/>
          <p:cNvSpPr/>
          <p:nvPr/>
        </p:nvSpPr>
        <p:spPr>
          <a:xfrm>
            <a:off x="6325560" y="6190920"/>
            <a:ext cx="4323960" cy="302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Calibri"/>
              </a:rPr>
              <a:t>Serviço: </a:t>
            </a:r>
            <a:r>
              <a:rPr b="1" lang="pt-BR" sz="1400" spc="-1" strike="noStrike">
                <a:solidFill>
                  <a:srgbClr val="000000"/>
                </a:solidFill>
                <a:latin typeface="Calibri"/>
              </a:rPr>
              <a:t>DIAGRAMA UNIFILAR</a:t>
            </a:r>
            <a:endParaRPr b="0" lang="pt-BR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LibreOffice/7.3.5.2$Windows_X86_64 LibreOffice_project/184fe81b8c8c30d8b5082578aee2fed2ea847c01</Application>
  <AppVersion>15.0000</AppVersion>
  <Words>70</Words>
  <Paragraphs>13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2026-06-03T14:01:29Z</dcterms:created>
  <dc:creator>Caroline Coelho</dc:creator>
  <dc:description/>
  <dc:language>pt-BR</dc:language>
  <cp:lastModifiedBy>Antonio Pereira Peralta Junior</cp:lastModifiedBy>
  <dcterms:modified xsi:type="dcterms:W3CDTF">2026-06-08T13:08:54Z</dcterms:modified>
  <cp:revision>2</cp:revision>
  <dc:subject/>
  <dc:title>RELATÓRIO FOTOGRÁFICO DA SUBESTAÇÃO DE ENERGIA DA ELEVATÓRIA DE DRENAGEM DA COMUNIDADE SÃO FERNANDO - SANTA CRUZ –XIX RA - AP 5.3  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Widescreen</vt:lpwstr>
  </property>
  <property fmtid="{D5CDD505-2E9C-101B-9397-08002B2CF9AE}" pid="4" name="Slides">
    <vt:i4>5</vt:i4>
  </property>
</Properties>
</file>